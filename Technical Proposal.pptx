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9" r:id="rId4"/>
    <p:sldId id="256" r:id="rId5"/>
    <p:sldId id="25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51" y="-84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Vehicle Condition Monitoring </a:t>
            </a:r>
            <a:r>
              <a:rPr lang="en-AU" b="1" dirty="0" smtClean="0"/>
              <a:t>System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714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755" y="0"/>
            <a:ext cx="739624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771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857" y="12782"/>
            <a:ext cx="7102143" cy="6845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771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818" y="0"/>
            <a:ext cx="719718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5488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52400"/>
            <a:ext cx="6284450" cy="6521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1005218"/>
            <a:ext cx="165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Python main.py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7714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On-screen Show (4:3)</PresentationFormat>
  <Paragraphs>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Vehicle Condition Monitoring System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Condition Monitoring System</dc:title>
  <dc:creator>CK</dc:creator>
  <cp:lastModifiedBy>CK</cp:lastModifiedBy>
  <cp:revision>2</cp:revision>
  <dcterms:created xsi:type="dcterms:W3CDTF">2006-08-16T00:00:00Z</dcterms:created>
  <dcterms:modified xsi:type="dcterms:W3CDTF">2026-07-03T06:33:38Z</dcterms:modified>
</cp:coreProperties>
</file>